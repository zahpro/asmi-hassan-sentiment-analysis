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780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ineb hussian" userId="674217c54c083005" providerId="LiveId" clId="{0894EB3F-21D1-4E8A-9687-9A0A5B961459}"/>
    <pc:docChg chg="modSld">
      <pc:chgData name="zaineb hussian" userId="674217c54c083005" providerId="LiveId" clId="{0894EB3F-21D1-4E8A-9687-9A0A5B961459}" dt="2026-04-18T18:54:24.145" v="0" actId="1076"/>
      <pc:docMkLst>
        <pc:docMk/>
      </pc:docMkLst>
      <pc:sldChg chg="modSp mod">
        <pc:chgData name="zaineb hussian" userId="674217c54c083005" providerId="LiveId" clId="{0894EB3F-21D1-4E8A-9687-9A0A5B961459}" dt="2026-04-18T18:54:24.145" v="0" actId="1076"/>
        <pc:sldMkLst>
          <pc:docMk/>
          <pc:sldMk cId="0" sldId="256"/>
        </pc:sldMkLst>
        <pc:picChg chg="mod">
          <ac:chgData name="zaineb hussian" userId="674217c54c083005" providerId="LiveId" clId="{0894EB3F-21D1-4E8A-9687-9A0A5B961459}" dt="2026-04-18T18:54:24.145" v="0" actId="1076"/>
          <ac:picMkLst>
            <pc:docMk/>
            <pc:sldMk cId="0" sldId="256"/>
            <ac:picMk id="3" creationId="{DD469EBA-A31F-408F-B63C-71A5513EFD2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colorTemperature colorTemp="6498"/>
                    </a14:imgEffect>
                  </a14:imgLayer>
                </a14:imgProps>
              </a:ext>
            </a:extLst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0A51DE-C51F-4D79-B81E-AFCC64F8BCAB}"/>
              </a:ext>
            </a:extLst>
          </p:cNvPr>
          <p:cNvSpPr txBox="1"/>
          <p:nvPr/>
        </p:nvSpPr>
        <p:spPr>
          <a:xfrm>
            <a:off x="889000" y="5616298"/>
            <a:ext cx="14859000" cy="193899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6000" dirty="0">
                <a:solidFill>
                  <a:srgbClr val="FFFFC1"/>
                </a:solidFill>
              </a:rPr>
              <a:t>Decoding Asmi Hassan: A Text Mining of Iraqi Drama </a:t>
            </a:r>
            <a:endParaRPr lang="ar-IQ" sz="6000" dirty="0">
              <a:solidFill>
                <a:srgbClr val="FFFFC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3F4E45-1EA8-4C5C-BAC7-9F533B33400C}"/>
              </a:ext>
            </a:extLst>
          </p:cNvPr>
          <p:cNvSpPr txBox="1"/>
          <p:nvPr/>
        </p:nvSpPr>
        <p:spPr>
          <a:xfrm>
            <a:off x="889000" y="7555290"/>
            <a:ext cx="14859000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dirty="0">
                <a:solidFill>
                  <a:srgbClr val="FFFFC1"/>
                </a:solidFill>
              </a:rPr>
              <a:t>How Natural Language Reveals the Hidden Depth of Audience Engagement </a:t>
            </a:r>
            <a:endParaRPr lang="ar-IQ" sz="2800" dirty="0">
              <a:solidFill>
                <a:srgbClr val="FFFFC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469EBA-A31F-408F-B63C-71A5513EFD2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1000" y="152400"/>
            <a:ext cx="2667000" cy="2305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13D2D7-2A9C-40FD-AB25-2E6AE400A204}"/>
              </a:ext>
            </a:extLst>
          </p:cNvPr>
          <p:cNvSpPr txBox="1"/>
          <p:nvPr/>
        </p:nvSpPr>
        <p:spPr>
          <a:xfrm>
            <a:off x="889000" y="8081894"/>
            <a:ext cx="14859000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dirty="0">
                <a:solidFill>
                  <a:srgbClr val="FFFFC1"/>
                </a:solidFill>
              </a:rPr>
              <a:t>Presented by </a:t>
            </a:r>
            <a:r>
              <a:rPr lang="en-US" sz="2800" dirty="0" err="1">
                <a:solidFill>
                  <a:srgbClr val="FFFFC1"/>
                </a:solidFill>
              </a:rPr>
              <a:t>Zahraa</a:t>
            </a:r>
            <a:r>
              <a:rPr lang="en-US" sz="2800" dirty="0">
                <a:solidFill>
                  <a:srgbClr val="FFFFC1"/>
                </a:solidFill>
              </a:rPr>
              <a:t> Hussein </a:t>
            </a:r>
            <a:r>
              <a:rPr lang="en-US" sz="2800" dirty="0" err="1">
                <a:solidFill>
                  <a:srgbClr val="FFFFC1"/>
                </a:solidFill>
              </a:rPr>
              <a:t>obeid</a:t>
            </a:r>
            <a:r>
              <a:rPr lang="en-US" sz="2800" dirty="0">
                <a:solidFill>
                  <a:srgbClr val="FFFFC1"/>
                </a:solidFill>
              </a:rPr>
              <a:t>, supervised by </a:t>
            </a:r>
            <a:r>
              <a:rPr lang="en-US" sz="2800" dirty="0" err="1">
                <a:solidFill>
                  <a:srgbClr val="FFFFC1"/>
                </a:solidFill>
              </a:rPr>
              <a:t>Basad</a:t>
            </a:r>
            <a:r>
              <a:rPr lang="en-US" sz="2800" dirty="0">
                <a:solidFill>
                  <a:srgbClr val="FFFFC1"/>
                </a:solidFill>
              </a:rPr>
              <a:t> Hussein</a:t>
            </a:r>
            <a:endParaRPr lang="ar-IQ" sz="2800" dirty="0">
              <a:solidFill>
                <a:srgbClr val="FFFFC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30</Words>
  <Application>Microsoft Office PowerPoint</Application>
  <PresentationFormat>Custom</PresentationFormat>
  <Paragraphs>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</dc:creator>
  <cp:lastModifiedBy>zaineb hussian</cp:lastModifiedBy>
  <cp:revision>3</cp:revision>
  <dcterms:created xsi:type="dcterms:W3CDTF">2006-08-16T00:00:00Z</dcterms:created>
  <dcterms:modified xsi:type="dcterms:W3CDTF">2026-04-18T18:54:29Z</dcterms:modified>
</cp:coreProperties>
</file>