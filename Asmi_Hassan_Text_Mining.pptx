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6256000" cy="9144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C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780" y="6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  <a14:imgEffect>
                      <a14:colorTemperature colorTemp="6498"/>
                    </a14:imgEffect>
                  </a14:imgLayer>
                </a14:imgProps>
              </a:ext>
            </a:extLst>
          </a:blip>
          <a:srcRect/>
          <a:stretch>
            <a:fillRect t="-61000" b="-6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40A51DE-C51F-4D79-B81E-AFCC64F8BCAB}"/>
              </a:ext>
            </a:extLst>
          </p:cNvPr>
          <p:cNvSpPr txBox="1"/>
          <p:nvPr/>
        </p:nvSpPr>
        <p:spPr>
          <a:xfrm>
            <a:off x="889000" y="5616298"/>
            <a:ext cx="13258800" cy="193899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sz="6000" dirty="0">
                <a:solidFill>
                  <a:srgbClr val="FFFFC1"/>
                </a:solidFill>
              </a:rPr>
              <a:t>Decoding Asmi Hassan: A Text Mining of Iraqi Drama </a:t>
            </a:r>
            <a:endParaRPr lang="ar-IQ" sz="6000" dirty="0">
              <a:solidFill>
                <a:srgbClr val="FFFFC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E3F4E45-1EA8-4C5C-BAC7-9F533B33400C}"/>
              </a:ext>
            </a:extLst>
          </p:cNvPr>
          <p:cNvSpPr txBox="1"/>
          <p:nvPr/>
        </p:nvSpPr>
        <p:spPr>
          <a:xfrm>
            <a:off x="889000" y="7555290"/>
            <a:ext cx="14859000" cy="58477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sz="3200" dirty="0">
                <a:solidFill>
                  <a:srgbClr val="FFFFC1"/>
                </a:solidFill>
              </a:rPr>
              <a:t>How Natural Language Reveals the Hidden Depth of Audience Engagement </a:t>
            </a:r>
            <a:endParaRPr lang="ar-IQ" sz="3200" dirty="0">
              <a:solidFill>
                <a:srgbClr val="FFFFC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</TotalTime>
  <Words>20</Words>
  <Application>Microsoft Office PowerPoint</Application>
  <PresentationFormat>Custom</PresentationFormat>
  <Paragraphs>2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zaineb hussian</cp:lastModifiedBy>
  <cp:revision>2</cp:revision>
  <dcterms:created xsi:type="dcterms:W3CDTF">2006-08-16T00:00:00Z</dcterms:created>
  <dcterms:modified xsi:type="dcterms:W3CDTF">2026-04-17T17:51:56Z</dcterms:modified>
</cp:coreProperties>
</file>